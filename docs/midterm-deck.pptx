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Compressor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cliente-servidor para procesar archivos de audio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Ramírez  ·  Programming 7  ·  Evaluación de Medio Término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y caso de uso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64592" cy="164592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0" y="16916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audios completos para saber de qué tratan toma tiempo.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64592" cy="164592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2926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un audio y recibir automáticamente una versión comprimida, su transcripción y un resumen corto.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164592" cy="164592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41605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persona con notas de voz, entrevistas o grabaciones de ideas.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— Clean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480560" y="14630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 (React)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80760" y="2103120"/>
            <a:ext cx="0" cy="41148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737360" y="2606040"/>
            <a:ext cx="868680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2606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3383280"/>
            <a:ext cx="0" cy="13716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737360" y="3520440"/>
            <a:ext cx="868680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3520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35204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4297680"/>
            <a:ext cx="0" cy="13716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737360" y="4434840"/>
            <a:ext cx="868680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4434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44348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AudioFile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5212080"/>
            <a:ext cx="0" cy="13716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737360" y="5349240"/>
            <a:ext cx="8686800" cy="777240"/>
          </a:xfrm>
          <a:prstGeom prst="roundRect">
            <a:avLst>
              <a:gd name="adj" fmla="val 7059"/>
            </a:avLst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5349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5349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FFmpeg · Whisper · Ollama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dependencias: Api → Application → Domain. Infrastructure implementa interfaces de Application.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procesamiento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23774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envía el audio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3154680"/>
            <a:ext cx="32004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37560" y="23774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3337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→ AAC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3154680"/>
            <a:ext cx="32004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89320" y="23774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Transcribir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3337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(local)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3154680"/>
            <a:ext cx="32004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41080" y="23774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50808E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7824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0" y="3337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(local, ≤50 car.)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389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secuencial: cada paso espera al anterior. Compresión y transcripción son independientes entre sí (candidatas a paralelizar); resumen depende de la transcripción.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en vivo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 audio → compresión → transcripción → resumen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y siguientes pasos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2F2F2"/>
          </a:solidFill>
          <a:ln w="19050">
            <a:solidFill>
              <a:srgbClr val="364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6517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funcional de punta a punta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secuencial (async/await)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 integrados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2F2F2"/>
          </a:solidFill>
          <a:ln w="19050">
            <a:solidFill>
              <a:srgbClr val="5080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semanas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20840" y="26517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Paralelizar compresión + transcripción (TPL)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secuencial vs. paralelo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manejo de errores en cliente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2026-08-09T15:40:27Z</dcterms:created>
  <dcterms:modified xsi:type="dcterms:W3CDTF">2026-08-09T15:40:27Z</dcterms:modified>
</cp:coreProperties>
</file>